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Intro;- first point;- second point;# Detail;- one more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